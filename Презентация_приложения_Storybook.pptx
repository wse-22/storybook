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621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98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723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53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25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84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0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8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79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24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A0601F-AC1A-4DE2-AB62-BFAAA8BD8472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4974780-1B6E-4D12-BEB4-33C8325A9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12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86311-9B00-43E1-B736-AA834FC9A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Презентация приложения «</a:t>
            </a:r>
            <a:r>
              <a:rPr lang="en-US" sz="3600" dirty="0"/>
              <a:t>Storybook</a:t>
            </a:r>
            <a:r>
              <a:rPr lang="ru-RU" sz="3600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20E3B-06FE-45C5-8E12-271B96C00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13" y="4723480"/>
            <a:ext cx="6801612" cy="1239894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участник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чемпионата «Профессионалы»</a:t>
            </a:r>
          </a:p>
          <a:p>
            <a:pPr algn="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Лазуткин Илья Константинович</a:t>
            </a:r>
          </a:p>
        </p:txBody>
      </p:sp>
    </p:spTree>
    <p:extLst>
      <p:ext uri="{BB962C8B-B14F-4D97-AF65-F5344CB8AC3E}">
        <p14:creationId xmlns:p14="http://schemas.microsoft.com/office/powerpoint/2010/main" val="179022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0CDC-2642-4DA7-95E4-ABBFBD38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68337"/>
            <a:ext cx="7729728" cy="1188720"/>
          </a:xfrm>
        </p:spPr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82B1B-38FF-47C9-8B7B-74CCFFD37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229" y="1947931"/>
            <a:ext cx="9092701" cy="399566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разрабатывалось под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11+ (API 30)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Kotlin (2.0.21)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Графическая составляющая: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 2024.09.00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506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FD446-1911-4E26-98B7-C4F16B6A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9874"/>
            <a:ext cx="7729728" cy="1188720"/>
          </a:xfrm>
        </p:spPr>
        <p:txBody>
          <a:bodyPr/>
          <a:lstStyle/>
          <a:p>
            <a:r>
              <a:rPr lang="ru-RU" dirty="0"/>
              <a:t>Схема классов</a:t>
            </a:r>
          </a:p>
        </p:txBody>
      </p: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C40FE50F-27C9-46FC-B84D-675B46A48089}"/>
              </a:ext>
            </a:extLst>
          </p:cNvPr>
          <p:cNvGrpSpPr/>
          <p:nvPr/>
        </p:nvGrpSpPr>
        <p:grpSpPr>
          <a:xfrm>
            <a:off x="1605054" y="1416630"/>
            <a:ext cx="8520660" cy="4633309"/>
            <a:chOff x="1605054" y="1416630"/>
            <a:chExt cx="8520660" cy="4633309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F697AF7E-019B-454A-B5E6-BD0C05FBAB4E}"/>
                </a:ext>
              </a:extLst>
            </p:cNvPr>
            <p:cNvGrpSpPr/>
            <p:nvPr/>
          </p:nvGrpSpPr>
          <p:grpSpPr>
            <a:xfrm>
              <a:off x="1605054" y="1416630"/>
              <a:ext cx="3639806" cy="2457468"/>
              <a:chOff x="2924357" y="1894558"/>
              <a:chExt cx="3639806" cy="2457468"/>
            </a:xfrm>
          </p:grpSpPr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5B6E17E8-981A-42F6-B58F-D1AA714751F1}"/>
                  </a:ext>
                </a:extLst>
              </p:cNvPr>
              <p:cNvSpPr/>
              <p:nvPr/>
            </p:nvSpPr>
            <p:spPr>
              <a:xfrm>
                <a:off x="5131103" y="1894558"/>
                <a:ext cx="1433060" cy="61247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MainActivity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036E261D-6945-45D6-A028-9FB695F2C84A}"/>
                  </a:ext>
                </a:extLst>
              </p:cNvPr>
              <p:cNvSpPr/>
              <p:nvPr/>
            </p:nvSpPr>
            <p:spPr>
              <a:xfrm>
                <a:off x="2924357" y="3739550"/>
                <a:ext cx="1588698" cy="61247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CreateProfile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C620F9-EBF5-48FD-B2F2-9B4050590DD2}"/>
                  </a:ext>
                </a:extLst>
              </p:cNvPr>
              <p:cNvSpPr txBox="1"/>
              <p:nvPr/>
            </p:nvSpPr>
            <p:spPr>
              <a:xfrm>
                <a:off x="3394677" y="2746028"/>
                <a:ext cx="17364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не был создан профиль</a:t>
                </a:r>
              </a:p>
            </p:txBody>
          </p:sp>
          <p:cxnSp>
            <p:nvCxnSpPr>
              <p:cNvPr id="14" name="Прямая со стрелкой 13">
                <a:extLst>
                  <a:ext uri="{FF2B5EF4-FFF2-40B4-BE49-F238E27FC236}">
                    <a16:creationId xmlns:a16="http://schemas.microsoft.com/office/drawing/2014/main" id="{AA67FD41-CE14-48E9-9727-A6B49CD8211C}"/>
                  </a:ext>
                </a:extLst>
              </p:cNvPr>
              <p:cNvCxnSpPr>
                <a:cxnSpLocks/>
                <a:stCxn id="8" idx="2"/>
                <a:endCxn id="12" idx="0"/>
              </p:cNvCxnSpPr>
              <p:nvPr/>
            </p:nvCxnSpPr>
            <p:spPr>
              <a:xfrm flipH="1">
                <a:off x="4262890" y="2507034"/>
                <a:ext cx="1584743" cy="2389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>
                <a:extLst>
                  <a:ext uri="{FF2B5EF4-FFF2-40B4-BE49-F238E27FC236}">
                    <a16:creationId xmlns:a16="http://schemas.microsoft.com/office/drawing/2014/main" id="{DA361E82-B752-414F-961A-6CA7643EF0D6}"/>
                  </a:ext>
                </a:extLst>
              </p:cNvPr>
              <p:cNvCxnSpPr>
                <a:cxnSpLocks/>
                <a:stCxn id="12" idx="2"/>
                <a:endCxn id="9" idx="0"/>
              </p:cNvCxnSpPr>
              <p:nvPr/>
            </p:nvCxnSpPr>
            <p:spPr>
              <a:xfrm flipH="1">
                <a:off x="3718706" y="3269248"/>
                <a:ext cx="544184" cy="4703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3486A1FD-9BB5-478A-93BE-8813988CACCC}"/>
                </a:ext>
              </a:extLst>
            </p:cNvPr>
            <p:cNvGrpSpPr/>
            <p:nvPr/>
          </p:nvGrpSpPr>
          <p:grpSpPr>
            <a:xfrm>
              <a:off x="4680013" y="2302673"/>
              <a:ext cx="1994583" cy="1318682"/>
              <a:chOff x="6080996" y="3033344"/>
              <a:chExt cx="1994583" cy="1318682"/>
            </a:xfrm>
          </p:grpSpPr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49B38049-4B2C-4B9E-8915-C21CBA46DA0B}"/>
                  </a:ext>
                </a:extLst>
              </p:cNvPr>
              <p:cNvSpPr/>
              <p:nvPr/>
            </p:nvSpPr>
            <p:spPr>
              <a:xfrm>
                <a:off x="6486881" y="3739550"/>
                <a:ext cx="1588698" cy="61247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Glavnya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D277F-99E5-45E6-AF12-1BBEF5E4AD9D}"/>
                  </a:ext>
                </a:extLst>
              </p:cNvPr>
              <p:cNvSpPr txBox="1"/>
              <p:nvPr/>
            </p:nvSpPr>
            <p:spPr>
              <a:xfrm>
                <a:off x="6080996" y="3033344"/>
                <a:ext cx="17364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Иначе</a:t>
                </a:r>
              </a:p>
            </p:txBody>
          </p:sp>
        </p:grp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B2C8FC6-0019-43D1-9509-C564D1383DBB}"/>
                </a:ext>
              </a:extLst>
            </p:cNvPr>
            <p:cNvSpPr/>
            <p:nvPr/>
          </p:nvSpPr>
          <p:spPr>
            <a:xfrm>
              <a:off x="3071547" y="4309916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Projects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FDFF9D4-B408-4D6C-825F-23C7551FDB53}"/>
                </a:ext>
              </a:extLst>
            </p:cNvPr>
            <p:cNvSpPr/>
            <p:nvPr/>
          </p:nvSpPr>
          <p:spPr>
            <a:xfrm>
              <a:off x="6887467" y="4315865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Profile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E791BD6-1BA7-4479-908E-F5F1244CB8B9}"/>
                </a:ext>
              </a:extLst>
            </p:cNvPr>
            <p:cNvSpPr/>
            <p:nvPr/>
          </p:nvSpPr>
          <p:spPr>
            <a:xfrm>
              <a:off x="4979507" y="4309916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Catalogs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B4536A50-95BC-475A-8757-41ED0B511FC6}"/>
                </a:ext>
              </a:extLst>
            </p:cNvPr>
            <p:cNvSpPr/>
            <p:nvPr/>
          </p:nvSpPr>
          <p:spPr>
            <a:xfrm>
              <a:off x="1708212" y="5276178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CreateProject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F0417ECA-F01B-4CAC-8637-BE90D25DFE45}"/>
                </a:ext>
              </a:extLst>
            </p:cNvPr>
            <p:cNvSpPr/>
            <p:nvPr/>
          </p:nvSpPr>
          <p:spPr>
            <a:xfrm>
              <a:off x="4979507" y="5437463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CatalogItem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Прямая со стрелкой 43">
              <a:extLst>
                <a:ext uri="{FF2B5EF4-FFF2-40B4-BE49-F238E27FC236}">
                  <a16:creationId xmlns:a16="http://schemas.microsoft.com/office/drawing/2014/main" id="{6A186EA2-E257-4E67-AFBA-CCFB2D466BA2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>
              <a:off x="4528330" y="2029106"/>
              <a:ext cx="1019896" cy="273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1628437D-21D7-44C9-8907-A695829BCEB9}"/>
                </a:ext>
              </a:extLst>
            </p:cNvPr>
            <p:cNvCxnSpPr>
              <a:stCxn id="20" idx="2"/>
              <a:endCxn id="10" idx="0"/>
            </p:cNvCxnSpPr>
            <p:nvPr/>
          </p:nvCxnSpPr>
          <p:spPr>
            <a:xfrm>
              <a:off x="5548226" y="2610450"/>
              <a:ext cx="332021" cy="3984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F0917B2B-5807-45D7-AB37-D1AD9400698A}"/>
                </a:ext>
              </a:extLst>
            </p:cNvPr>
            <p:cNvSpPr/>
            <p:nvPr/>
          </p:nvSpPr>
          <p:spPr>
            <a:xfrm>
              <a:off x="7383006" y="3008879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LogOut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22B65FF7-7678-478C-8F4D-0C6DA6EC483F}"/>
                </a:ext>
              </a:extLst>
            </p:cNvPr>
            <p:cNvCxnSpPr>
              <a:cxnSpLocks/>
              <a:stCxn id="10" idx="2"/>
              <a:endCxn id="31" idx="0"/>
            </p:cNvCxnSpPr>
            <p:nvPr/>
          </p:nvCxnSpPr>
          <p:spPr>
            <a:xfrm>
              <a:off x="5880247" y="3621355"/>
              <a:ext cx="1" cy="688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>
              <a:extLst>
                <a:ext uri="{FF2B5EF4-FFF2-40B4-BE49-F238E27FC236}">
                  <a16:creationId xmlns:a16="http://schemas.microsoft.com/office/drawing/2014/main" id="{3EFDB226-8B34-43CD-A005-2EAE0C2F859B}"/>
                </a:ext>
              </a:extLst>
            </p:cNvPr>
            <p:cNvCxnSpPr>
              <a:cxnSpLocks/>
              <a:stCxn id="10" idx="2"/>
              <a:endCxn id="27" idx="0"/>
            </p:cNvCxnSpPr>
            <p:nvPr/>
          </p:nvCxnSpPr>
          <p:spPr>
            <a:xfrm flipH="1">
              <a:off x="3972288" y="3621355"/>
              <a:ext cx="1907959" cy="688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983B7CDD-D222-4D56-9F29-FDE0757AFA7E}"/>
                </a:ext>
              </a:extLst>
            </p:cNvPr>
            <p:cNvCxnSpPr>
              <a:cxnSpLocks/>
              <a:stCxn id="10" idx="3"/>
              <a:endCxn id="51" idx="1"/>
            </p:cNvCxnSpPr>
            <p:nvPr/>
          </p:nvCxnSpPr>
          <p:spPr>
            <a:xfrm>
              <a:off x="6674596" y="3315117"/>
              <a:ext cx="7084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 стрелкой 61">
              <a:extLst>
                <a:ext uri="{FF2B5EF4-FFF2-40B4-BE49-F238E27FC236}">
                  <a16:creationId xmlns:a16="http://schemas.microsoft.com/office/drawing/2014/main" id="{9576FD71-23AA-4DD9-B362-961E0513FF62}"/>
                </a:ext>
              </a:extLst>
            </p:cNvPr>
            <p:cNvCxnSpPr>
              <a:cxnSpLocks/>
              <a:stCxn id="10" idx="2"/>
              <a:endCxn id="28" idx="0"/>
            </p:cNvCxnSpPr>
            <p:nvPr/>
          </p:nvCxnSpPr>
          <p:spPr>
            <a:xfrm>
              <a:off x="5880247" y="3621355"/>
              <a:ext cx="1907961" cy="6945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>
              <a:extLst>
                <a:ext uri="{FF2B5EF4-FFF2-40B4-BE49-F238E27FC236}">
                  <a16:creationId xmlns:a16="http://schemas.microsoft.com/office/drawing/2014/main" id="{BB510F7E-47CA-4B35-BD9F-96A67DDC252A}"/>
                </a:ext>
              </a:extLst>
            </p:cNvPr>
            <p:cNvCxnSpPr>
              <a:cxnSpLocks/>
              <a:stCxn id="31" idx="2"/>
              <a:endCxn id="33" idx="0"/>
            </p:cNvCxnSpPr>
            <p:nvPr/>
          </p:nvCxnSpPr>
          <p:spPr>
            <a:xfrm>
              <a:off x="5880248" y="4922392"/>
              <a:ext cx="0" cy="515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DCF0432E-20EC-4D29-A1BC-2952C5715594}"/>
                </a:ext>
              </a:extLst>
            </p:cNvPr>
            <p:cNvCxnSpPr>
              <a:cxnSpLocks/>
              <a:stCxn id="27" idx="2"/>
              <a:endCxn id="32" idx="0"/>
            </p:cNvCxnSpPr>
            <p:nvPr/>
          </p:nvCxnSpPr>
          <p:spPr>
            <a:xfrm flipH="1">
              <a:off x="2608953" y="4922392"/>
              <a:ext cx="1363335" cy="353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D4AEDDDF-EC6C-4DD7-8E90-69D8D62AED73}"/>
                </a:ext>
              </a:extLst>
            </p:cNvPr>
            <p:cNvSpPr/>
            <p:nvPr/>
          </p:nvSpPr>
          <p:spPr>
            <a:xfrm>
              <a:off x="8324233" y="5371640"/>
              <a:ext cx="1801481" cy="612476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ChangeProfile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B73D27B4-B759-4B83-A6CF-CB92C600A049}"/>
                </a:ext>
              </a:extLst>
            </p:cNvPr>
            <p:cNvCxnSpPr>
              <a:cxnSpLocks/>
              <a:stCxn id="28" idx="2"/>
              <a:endCxn id="75" idx="1"/>
            </p:cNvCxnSpPr>
            <p:nvPr/>
          </p:nvCxnSpPr>
          <p:spPr>
            <a:xfrm>
              <a:off x="7788208" y="4928341"/>
              <a:ext cx="536025" cy="7495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97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13A8B-C9BB-4906-9AC2-1FC5C2A3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836" y="145184"/>
            <a:ext cx="5170328" cy="950371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Производительность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A1EFF-A903-49F9-8259-7438EA1B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1186" y="1548856"/>
            <a:ext cx="5239339" cy="166744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проводилось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следующем ПО: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x86_64 (22H2)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Otter 3 Feature Drop (2025.2.3)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Эмулятор: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2 (API 30)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D8A64C-F937-48A6-AA1E-9E0CB2FAA15A}"/>
              </a:ext>
            </a:extLst>
          </p:cNvPr>
          <p:cNvSpPr/>
          <p:nvPr/>
        </p:nvSpPr>
        <p:spPr>
          <a:xfrm>
            <a:off x="7192937" y="4018150"/>
            <a:ext cx="42198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Сборка проекта (с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кешем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перенос на эмулятор составила ≈ 17 секунд 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13D088B-434B-4FBD-A597-725E07DD6F7E}"/>
              </a:ext>
            </a:extLst>
          </p:cNvPr>
          <p:cNvGrpSpPr/>
          <p:nvPr/>
        </p:nvGrpSpPr>
        <p:grpSpPr>
          <a:xfrm>
            <a:off x="204491" y="1548856"/>
            <a:ext cx="6612689" cy="3497598"/>
            <a:chOff x="204491" y="1548856"/>
            <a:chExt cx="6612689" cy="3497598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58DFEA2-0027-4CC6-8E74-5E74CB97668A}"/>
                </a:ext>
              </a:extLst>
            </p:cNvPr>
            <p:cNvGrpSpPr/>
            <p:nvPr/>
          </p:nvGrpSpPr>
          <p:grpSpPr>
            <a:xfrm>
              <a:off x="204491" y="1548856"/>
              <a:ext cx="6612689" cy="3115625"/>
              <a:chOff x="204491" y="2569973"/>
              <a:chExt cx="6612689" cy="311562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36A597-8681-492A-8AE7-6295BBD9064E}"/>
                  </a:ext>
                </a:extLst>
              </p:cNvPr>
              <p:cNvSpPr txBox="1"/>
              <p:nvPr/>
            </p:nvSpPr>
            <p:spPr>
              <a:xfrm>
                <a:off x="1720853" y="2569973"/>
                <a:ext cx="35799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Сборка проекта (не учитывая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кеш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составила ≈ 47 секунд:</a:t>
                </a:r>
              </a:p>
            </p:txBody>
          </p:sp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A0F73213-E86C-4662-8D3E-00987A2EE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4491" y="3429000"/>
                <a:ext cx="6612689" cy="2256598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2AEDD8-B1C6-4E23-A4D3-61CA57FFC672}"/>
                </a:ext>
              </a:extLst>
            </p:cNvPr>
            <p:cNvSpPr txBox="1"/>
            <p:nvPr/>
          </p:nvSpPr>
          <p:spPr>
            <a:xfrm>
              <a:off x="2240536" y="4707900"/>
              <a:ext cx="25405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Рис. 1 «Сборка проекта»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37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146B6-3A9D-4BE5-B473-5832B7BB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169" y="136556"/>
            <a:ext cx="3925134" cy="915867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CAE0B-E02C-4CD7-8090-20E9C0DC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869" y="1248280"/>
            <a:ext cx="5210355" cy="2918279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создании продукта придерживались соблюдения основных архитектурных паттернов: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DRY, SOLID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рекомендованных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MVVM.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Слои архитектуры разбивались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DOMAIN, DATA, PRESENTAION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слои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uikit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вынесены в отдельные библиотеки и подключались к главному проекту как абстрактные зависимости (модули)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A3D88B1-6E39-411A-BF59-03E14A1CCB2B}"/>
              </a:ext>
            </a:extLst>
          </p:cNvPr>
          <p:cNvGrpSpPr/>
          <p:nvPr/>
        </p:nvGrpSpPr>
        <p:grpSpPr>
          <a:xfrm>
            <a:off x="3573156" y="2423319"/>
            <a:ext cx="2758548" cy="3907059"/>
            <a:chOff x="362513" y="1761109"/>
            <a:chExt cx="2758548" cy="3907059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A5DF7C8-08BD-4518-AA6B-97DB7E6B2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513" y="1761109"/>
              <a:ext cx="2758548" cy="332228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9E82A3-415F-4283-B969-5D9E25CA1C5A}"/>
                </a:ext>
              </a:extLst>
            </p:cNvPr>
            <p:cNvSpPr txBox="1"/>
            <p:nvPr/>
          </p:nvSpPr>
          <p:spPr>
            <a:xfrm>
              <a:off x="744614" y="5083393"/>
              <a:ext cx="20184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Рис. 3 «Общая структура проекта»</a:t>
              </a: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E9248F-A4E0-46E6-9BD1-4EF577634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9" y="214116"/>
            <a:ext cx="2512264" cy="553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1029D9-4F5A-4879-900B-A91B6B88E24B}"/>
              </a:ext>
            </a:extLst>
          </p:cNvPr>
          <p:cNvSpPr txBox="1"/>
          <p:nvPr/>
        </p:nvSpPr>
        <p:spPr>
          <a:xfrm>
            <a:off x="689466" y="5745603"/>
            <a:ext cx="2288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 «Разбиение проекта по модулям»</a:t>
            </a:r>
          </a:p>
        </p:txBody>
      </p:sp>
    </p:spTree>
    <p:extLst>
      <p:ext uri="{BB962C8B-B14F-4D97-AF65-F5344CB8AC3E}">
        <p14:creationId xmlns:p14="http://schemas.microsoft.com/office/powerpoint/2010/main" val="21147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97FC4-3D1C-41DF-B351-717EF2F6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628" y="253865"/>
            <a:ext cx="4652743" cy="864108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6C6195-E6B5-4480-BEA7-1AECA4AB1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43" y="1447598"/>
            <a:ext cx="7395944" cy="453050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декларативного создания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мобильных приложениях.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Material3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«материал» для создания основных элементов взаимодействия.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Retrofit2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для создания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endpoint’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какому-либо серверу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POST, GET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другие запросы).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okHttp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Retrofit2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конечным источником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OkHttpClient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включена в проект, но не используется из-за того что функционал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Retrofit2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её покрывает.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библиотеки, которые есть в каждом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приложении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coreKtx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другие).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91E3FD0-932F-467B-B5F0-96E9DF27765B}"/>
              </a:ext>
            </a:extLst>
          </p:cNvPr>
          <p:cNvGrpSpPr/>
          <p:nvPr/>
        </p:nvGrpSpPr>
        <p:grpSpPr>
          <a:xfrm>
            <a:off x="8422371" y="1447598"/>
            <a:ext cx="2806461" cy="5038737"/>
            <a:chOff x="8422371" y="1447598"/>
            <a:chExt cx="2806461" cy="5038737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4466AB28-D25F-4A53-B6BA-28D7D5888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22371" y="1447598"/>
              <a:ext cx="2806461" cy="441672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872D9A-6ED8-48EA-8B7A-8EFCE662EA00}"/>
                </a:ext>
              </a:extLst>
            </p:cNvPr>
            <p:cNvSpPr txBox="1"/>
            <p:nvPr/>
          </p:nvSpPr>
          <p:spPr>
            <a:xfrm>
              <a:off x="8816361" y="5901560"/>
              <a:ext cx="20184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Рис.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«Общая структура проекта»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04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9F957-86E6-4121-B40B-36038AEC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541" y="222820"/>
            <a:ext cx="4186917" cy="1071142"/>
          </a:xfrm>
        </p:spPr>
        <p:txBody>
          <a:bodyPr>
            <a:normAutofit fontScale="90000"/>
          </a:bodyPr>
          <a:lstStyle/>
          <a:p>
            <a:r>
              <a:rPr lang="ru-RU" dirty="0"/>
              <a:t>Взаимодействие экранов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E1D7460-A471-48E1-A332-40B24F6930B9}"/>
              </a:ext>
            </a:extLst>
          </p:cNvPr>
          <p:cNvGrpSpPr/>
          <p:nvPr/>
        </p:nvGrpSpPr>
        <p:grpSpPr>
          <a:xfrm>
            <a:off x="897036" y="1700842"/>
            <a:ext cx="10070126" cy="4623760"/>
            <a:chOff x="198296" y="1674962"/>
            <a:chExt cx="10070126" cy="462376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6EEF5A-0CE7-4790-B4C7-4E94C799E4E6}"/>
                </a:ext>
              </a:extLst>
            </p:cNvPr>
            <p:cNvSpPr/>
            <p:nvPr/>
          </p:nvSpPr>
          <p:spPr>
            <a:xfrm>
              <a:off x="3109825" y="1674963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Экран входа</a:t>
              </a: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DE4A72A-8B0A-4C01-BDDF-9D4F85B371C1}"/>
                </a:ext>
              </a:extLst>
            </p:cNvPr>
            <p:cNvSpPr/>
            <p:nvPr/>
          </p:nvSpPr>
          <p:spPr>
            <a:xfrm>
              <a:off x="5323935" y="2728819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Главный экран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5D1EF00-494C-4A02-BC9C-F8D0BFD27501}"/>
                </a:ext>
              </a:extLst>
            </p:cNvPr>
            <p:cNvSpPr/>
            <p:nvPr/>
          </p:nvSpPr>
          <p:spPr>
            <a:xfrm>
              <a:off x="2510172" y="4304580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Каталог товаров</a:t>
              </a: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C2CA0A9-3F94-49B6-A9E4-3E384EECC498}"/>
                </a:ext>
              </a:extLst>
            </p:cNvPr>
            <p:cNvSpPr/>
            <p:nvPr/>
          </p:nvSpPr>
          <p:spPr>
            <a:xfrm>
              <a:off x="5323935" y="4304580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Проекты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8A06907-2794-45CA-B57A-FDCAB2920243}"/>
                </a:ext>
              </a:extLst>
            </p:cNvPr>
            <p:cNvSpPr/>
            <p:nvPr/>
          </p:nvSpPr>
          <p:spPr>
            <a:xfrm>
              <a:off x="8137698" y="4304579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Профиль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4C4216A-276A-4400-A454-E7247DA91663}"/>
                </a:ext>
              </a:extLst>
            </p:cNvPr>
            <p:cNvSpPr/>
            <p:nvPr/>
          </p:nvSpPr>
          <p:spPr>
            <a:xfrm>
              <a:off x="2510172" y="5461959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Конкретный товар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0404A94-74F8-4DE8-91C9-85011B9C842C}"/>
                </a:ext>
              </a:extLst>
            </p:cNvPr>
            <p:cNvSpPr/>
            <p:nvPr/>
          </p:nvSpPr>
          <p:spPr>
            <a:xfrm>
              <a:off x="5323934" y="5461959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Создание/Изменение проекта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C54E74C2-86DD-4900-B797-0BE6072B55AE}"/>
                </a:ext>
              </a:extLst>
            </p:cNvPr>
            <p:cNvSpPr/>
            <p:nvPr/>
          </p:nvSpPr>
          <p:spPr>
            <a:xfrm>
              <a:off x="8137696" y="5461957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Изменить информацию профиля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345663D-A51C-4B35-95C2-2F48F78046E5}"/>
                </a:ext>
              </a:extLst>
            </p:cNvPr>
            <p:cNvSpPr/>
            <p:nvPr/>
          </p:nvSpPr>
          <p:spPr>
            <a:xfrm>
              <a:off x="7538049" y="1674962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Экран регистрации</a:t>
              </a: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21BF0711-74FA-473E-96A0-4CC6C93B7659}"/>
                </a:ext>
              </a:extLst>
            </p:cNvPr>
            <p:cNvCxnSpPr>
              <a:cxnSpLocks/>
              <a:stCxn id="4" idx="3"/>
              <a:endCxn id="12" idx="1"/>
            </p:cNvCxnSpPr>
            <p:nvPr/>
          </p:nvCxnSpPr>
          <p:spPr>
            <a:xfrm flipV="1">
              <a:off x="5240549" y="2093344"/>
              <a:ext cx="2297500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31289381-6677-4ADA-857A-F15053614275}"/>
                </a:ext>
              </a:extLst>
            </p:cNvPr>
            <p:cNvCxnSpPr>
              <a:stCxn id="4" idx="2"/>
              <a:endCxn id="5" idx="1"/>
            </p:cNvCxnSpPr>
            <p:nvPr/>
          </p:nvCxnSpPr>
          <p:spPr>
            <a:xfrm>
              <a:off x="4175187" y="2511726"/>
              <a:ext cx="1148748" cy="6354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69A4A69F-5559-4B86-B761-F4ADF662CF3A}"/>
                </a:ext>
              </a:extLst>
            </p:cNvPr>
            <p:cNvCxnSpPr>
              <a:cxnSpLocks/>
              <a:stCxn id="12" idx="2"/>
              <a:endCxn id="5" idx="3"/>
            </p:cNvCxnSpPr>
            <p:nvPr/>
          </p:nvCxnSpPr>
          <p:spPr>
            <a:xfrm flipH="1">
              <a:off x="7454659" y="2511725"/>
              <a:ext cx="1148752" cy="6354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69E75893-84AA-4EB5-97D2-E234C081C1CC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6389297" y="3565582"/>
              <a:ext cx="0" cy="738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F7315463-2EC8-4616-B2BD-724729771340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3575534" y="3565582"/>
              <a:ext cx="2813763" cy="738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2E70A292-07BD-4494-ADA6-217BE0E6A551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>
              <a:off x="6389297" y="3565582"/>
              <a:ext cx="2813763" cy="7389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13B0CCC8-A457-4036-9ABB-698E8A8179BF}"/>
                </a:ext>
              </a:extLst>
            </p:cNvPr>
            <p:cNvSpPr/>
            <p:nvPr/>
          </p:nvSpPr>
          <p:spPr>
            <a:xfrm>
              <a:off x="198296" y="5461959"/>
              <a:ext cx="2130724" cy="836763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Положить в корзину</a:t>
              </a:r>
            </a:p>
          </p:txBody>
        </p: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CB57552A-CC19-403A-965F-5D8381BEE526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3575534" y="5141343"/>
              <a:ext cx="0" cy="320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803028B9-E754-444D-86EC-0656A5C6985E}"/>
                </a:ext>
              </a:extLst>
            </p:cNvPr>
            <p:cNvCxnSpPr>
              <a:stCxn id="9" idx="1"/>
              <a:endCxn id="31" idx="3"/>
            </p:cNvCxnSpPr>
            <p:nvPr/>
          </p:nvCxnSpPr>
          <p:spPr>
            <a:xfrm flipH="1">
              <a:off x="2329020" y="5880341"/>
              <a:ext cx="1811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2B256B5D-621C-4C96-B6F5-E0031AC067C0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 flipH="1">
              <a:off x="6389296" y="5141343"/>
              <a:ext cx="1" cy="320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703F5E4E-CCF9-42D7-B250-026F3BF33F8B}"/>
                </a:ext>
              </a:extLst>
            </p:cNvPr>
            <p:cNvCxnSpPr>
              <a:stCxn id="8" idx="2"/>
              <a:endCxn id="11" idx="0"/>
            </p:cNvCxnSpPr>
            <p:nvPr/>
          </p:nvCxnSpPr>
          <p:spPr>
            <a:xfrm flipH="1">
              <a:off x="9203058" y="5141342"/>
              <a:ext cx="2" cy="3206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02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E1203-D0BB-4CA4-AC3E-9483A77D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417" y="257326"/>
            <a:ext cx="5705166" cy="1071142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Сценарий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3AEA0-5B92-4D02-8ECD-899C2F12C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989" y="1801282"/>
            <a:ext cx="7729728" cy="310198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хочет купить товары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хочет создать проект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Подробные сценарии указаны в приложении 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30684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F1052-23A6-464A-9CDD-FB79C84BC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8610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100</TotalTime>
  <Words>337</Words>
  <Application>Microsoft Office PowerPoint</Application>
  <PresentationFormat>Широкоэкранный</PresentationFormat>
  <Paragraphs>59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Corbel</vt:lpstr>
      <vt:lpstr>Gill Sans MT</vt:lpstr>
      <vt:lpstr>Times New Roman</vt:lpstr>
      <vt:lpstr>Посылка</vt:lpstr>
      <vt:lpstr>Презентация приложения «Storybook»</vt:lpstr>
      <vt:lpstr>Реализация приложения</vt:lpstr>
      <vt:lpstr>Схема классов</vt:lpstr>
      <vt:lpstr>Производительность продукта</vt:lpstr>
      <vt:lpstr>Архитектура приложения</vt:lpstr>
      <vt:lpstr>Используемые библиотеки</vt:lpstr>
      <vt:lpstr>Взаимодействие экранов</vt:lpstr>
      <vt:lpstr>Сценарий использования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приложения «Storybook»</dc:title>
  <dc:creator>WSR-2</dc:creator>
  <cp:lastModifiedBy>WSR-2</cp:lastModifiedBy>
  <cp:revision>14</cp:revision>
  <dcterms:created xsi:type="dcterms:W3CDTF">2026-02-12T05:22:55Z</dcterms:created>
  <dcterms:modified xsi:type="dcterms:W3CDTF">2026-02-12T07:36:26Z</dcterms:modified>
</cp:coreProperties>
</file>